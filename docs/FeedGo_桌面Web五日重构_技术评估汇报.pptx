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9c839341c54d40" /><Relationship Type="http://schemas.openxmlformats.org/officeDocument/2006/relationships/extended-properties" Target="/docProps/app.xml" Id="R95e9afdeaeba43c3" /><Relationship Type="http://schemas.openxmlformats.org/officeDocument/2006/relationships/officeDocument" Target="/ppt/presentation.xml" Id="Ra03fda2809b142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22f5fb785e4964"/>
  </p:sldMasterIdLst>
  <p:notesMasterIdLst>
    <p:notesMasterId xmlns:r="http://schemas.openxmlformats.org/officeDocument/2006/relationships" r:id="Raf6c895c727a47e5"/>
  </p:notesMasterIdLst>
  <p:sldIdLst>
    <p:sldId xmlns:r="http://schemas.openxmlformats.org/officeDocument/2006/relationships" id="256" r:id="Rd2b7ac06d5674e56"/>
    <p:sldId xmlns:r="http://schemas.openxmlformats.org/officeDocument/2006/relationships" id="257" r:id="R3e5ccf7a6e8a4db7"/>
    <p:sldId xmlns:r="http://schemas.openxmlformats.org/officeDocument/2006/relationships" id="258" r:id="Rbaa3ae3732984863"/>
    <p:sldId xmlns:r="http://schemas.openxmlformats.org/officeDocument/2006/relationships" id="259" r:id="R5aa4bd144c0e45db"/>
    <p:sldId xmlns:r="http://schemas.openxmlformats.org/officeDocument/2006/relationships" id="260" r:id="Rfc4cdb0f9f8a4000"/>
    <p:sldId xmlns:r="http://schemas.openxmlformats.org/officeDocument/2006/relationships" id="261" r:id="R8f59564feab74d25"/>
    <p:sldId xmlns:r="http://schemas.openxmlformats.org/officeDocument/2006/relationships" id="262" r:id="Re81084c600194f87"/>
    <p:sldId xmlns:r="http://schemas.openxmlformats.org/officeDocument/2006/relationships" id="263" r:id="Rd25d62b572b64d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1938b731c444ff" /><Relationship Type="http://schemas.openxmlformats.org/officeDocument/2006/relationships/slideMaster" Target="/ppt/slideMasters/slideMaster1.xml" Id="R5722f5fb785e4964" /><Relationship Type="http://schemas.openxmlformats.org/officeDocument/2006/relationships/notesMaster" Target="/ppt/notesMasters/notesMaster1.xml" Id="Raf6c895c727a47e5" /><Relationship Type="http://schemas.openxmlformats.org/officeDocument/2006/relationships/presProps" Target="/ppt/presProps.xml" Id="R3ec5afbd8afb4b7e" /><Relationship Type="http://schemas.openxmlformats.org/officeDocument/2006/relationships/tableStyles" Target="/ppt/tableStyles.xml" Id="R962cf97e39904d72" /><Relationship Type="http://schemas.openxmlformats.org/officeDocument/2006/relationships/slide" Target="/ppt/slides/slide1.xml" Id="Rd2b7ac06d5674e56" /><Relationship Type="http://schemas.openxmlformats.org/officeDocument/2006/relationships/slide" Target="/ppt/slides/slide2.xml" Id="R3e5ccf7a6e8a4db7" /><Relationship Type="http://schemas.openxmlformats.org/officeDocument/2006/relationships/slide" Target="/ppt/slides/slide3.xml" Id="Rbaa3ae3732984863" /><Relationship Type="http://schemas.openxmlformats.org/officeDocument/2006/relationships/slide" Target="/ppt/slides/slide4.xml" Id="R5aa4bd144c0e45db" /><Relationship Type="http://schemas.openxmlformats.org/officeDocument/2006/relationships/slide" Target="/ppt/slides/slide5.xml" Id="Rfc4cdb0f9f8a4000" /><Relationship Type="http://schemas.openxmlformats.org/officeDocument/2006/relationships/slide" Target="/ppt/slides/slide6.xml" Id="R8f59564feab74d25" /><Relationship Type="http://schemas.openxmlformats.org/officeDocument/2006/relationships/slide" Target="/ppt/slides/slide7.xml" Id="Re81084c600194f87" /><Relationship Type="http://schemas.openxmlformats.org/officeDocument/2006/relationships/slide" Target="/ppt/slides/slide8.xml" Id="Rd25d62b572b64d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c62571826c4c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3d024d1d7a426c" /><Relationship Type="http://schemas.openxmlformats.org/officeDocument/2006/relationships/notesMaster" Target="/ppt/notesMasters/notesMaster1.xml" Id="R44420f11e25d42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861a96641546b6" /><Relationship Type="http://schemas.openxmlformats.org/officeDocument/2006/relationships/notesMaster" Target="/ppt/notesMasters/notesMaster1.xml" Id="R59106affd2dc49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9df26cdc2e40f0" /><Relationship Type="http://schemas.openxmlformats.org/officeDocument/2006/relationships/notesMaster" Target="/ppt/notesMasters/notesMaster1.xml" Id="R5fc9407866ee43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f446e3afee4800" /><Relationship Type="http://schemas.openxmlformats.org/officeDocument/2006/relationships/notesMaster" Target="/ppt/notesMasters/notesMaster1.xml" Id="Rd9622adaad874f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4afc71c83048fd" /><Relationship Type="http://schemas.openxmlformats.org/officeDocument/2006/relationships/notesMaster" Target="/ppt/notesMasters/notesMaster1.xml" Id="R967f18270bb845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0de1e3a1b7444b" /><Relationship Type="http://schemas.openxmlformats.org/officeDocument/2006/relationships/notesMaster" Target="/ppt/notesMasters/notesMaster1.xml" Id="R5055148efe234f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4fa56664be4eaa" /><Relationship Type="http://schemas.openxmlformats.org/officeDocument/2006/relationships/notesMaster" Target="/ppt/notesMasters/notesMaster1.xml" Id="Re514e7ff00d140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ba7206249c4409" /><Relationship Type="http://schemas.openxmlformats.org/officeDocument/2006/relationships/notesMaster" Target="/ppt/notesMasters/notesMaster1.xml" Id="R8ddf75ec78d542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开场：这是一份五天 MVP 的技术评估，目标是把现有功能型页面升级为可演示的短视频产品。</a:t>
            </a:r>
          </a:p>
          <a:p xmlns:a="http://schemas.openxmlformats.org/drawingml/2006/main">
            <a:r>
              <a:t>汇报重点：范围是否可控、技术方案是否复用现有能力、每天是否有可验收产出。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我的结论：现有项目已经具备 Feed、点赞、评论、关注和通知接口，因此五天主要处理界面结构、状态一致性和质量门槛。</a:t>
            </a:r>
          </a:p>
          <a:p xmlns:a="http://schemas.openxmlformats.org/drawingml/2006/main">
            <a:r>
              <a:t>五天内不重构热榜、发布、私信和设置页面，但保留原有路由和功能。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参考结构：抖音精选公开页采用顶部分类与多列视频卡片，推荐页采用沉浸式单视频浏览。</a:t>
            </a:r>
          </a:p>
          <a:p xmlns:a="http://schemas.openxmlformats.org/drawingml/2006/main">
            <a:r>
              <a:t>来源：https://www.douyin.com/jingxuan/sy</a:t>
            </a:r>
          </a:p>
          <a:p xmlns:a="http://schemas.openxmlformats.org/drawingml/2006/main">
            <a:r>
              <a:t>来源：https://www.douyin.com/</a:t>
            </a:r>
          </a:p>
          <a:p xmlns:a="http://schemas.openxmlformats.org/drawingml/2006/main">
            <a:r>
              <a:t>项目接口依据：backend/internal/feed/handler.go 中已有 /feed/listByTag。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AppShell 需要提升到持久化布局，避免普通路由切换导致通知 SSE 重连。</a:t>
            </a:r>
          </a:p>
          <a:p xmlns:a="http://schemas.openxmlformats.org/drawingml/2006/main">
            <a:r>
              <a:t>精选分类复用后端现有 listByTag。推荐与关注继续使用 listLatest 和 listByFollowing。</a:t>
            </a:r>
          </a:p>
          <a:p xmlns:a="http://schemas.openxmlformats.org/drawingml/2006/main">
            <a:r>
              <a:t>前端新增 lucide-vue-next、Vitest、Vue Test Utils 和 Playwright。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我的评估要求每天形成独立可验收增量。当天功能未通过构建或关键流程测试，不进入完成状态。</a:t>
            </a:r>
          </a:p>
          <a:p xmlns:a="http://schemas.openxmlformats.org/drawingml/2006/main">
            <a:r>
              <a:t>Day 3 内容较多，但当前项目已有点赞、评论、关注和详情页代码，本日以重构和状态一致性为主。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验收以真实后端联调为准，不能用静态假数据代替成功结果。</a:t>
            </a:r>
          </a:p>
          <a:p xmlns:a="http://schemas.openxmlformats.org/drawingml/2006/main">
            <a:r>
              <a:t>自动化至少覆盖精选分类竞态、路由守卫、Feed 切换、点赞回滚、评论错误和 SSE 去重。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当前项目只有根仓库 feedsystem_video_go，frontend 和 backend 尚未各自初始化 Git。</a:t>
            </a:r>
          </a:p>
          <a:p xmlns:a="http://schemas.openxmlformats.org/drawingml/2006/main">
            <a:r>
              <a:t>电脑未安装 GitHub CLI，因此开始开发前需要创建两个空远程仓库并提供地址。</a:t>
            </a:r>
          </a:p>
          <a:p xmlns:a="http://schemas.openxmlformats.org/drawingml/2006/main">
            <a:r>
              <a:t>真实开发过程不使用空提交制造进度。只有产生对应代码变更的仓库才提交。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最终意见：方案可以进入实施。批准条件是五天范围不增加，以及两个独立 Git 远程仓库先准备完成。</a:t>
            </a:r>
          </a:p>
          <a:p xmlns:a="http://schemas.openxmlformats.org/drawingml/2006/main">
            <a:r>
              <a:t>每个里程碑结束后以构建结果、测试结果和 Commit 地址作为完成证据。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8f4a08a01e4b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ecc9e8221642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5e21f0489f4b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bd5cfc79524b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94278445ac4f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8da61cc9b4c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91A11E-A0E7-4F55-957B-B3266C2B5C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C117A3C-B218-49EE-AE16-E27AD391B6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33EEFB0-F372-446A-8A44-B1EB26B6D0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3E526A-94E6-45BD-BCAF-3A5BD5AF07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49BB544-AFE1-4393-9BEF-6C44B74D45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AF0A943-70A8-4F45-8062-89360548EC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BD1AEF-1566-4389-88CC-DA01060A03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F6D8249-7F97-4E94-8674-BD9651AE4E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6EBEF3-5FA5-434F-BFE9-BA3E7BC96A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79DC08-9481-451C-BB6A-F58ADB3105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4627ce04b84870" /><Relationship Type="http://schemas.openxmlformats.org/officeDocument/2006/relationships/slideLayout" Target="/ppt/slideLayouts/slideLayout1.xml" Id="Ra035ed051eec4452" /><Relationship Type="http://schemas.openxmlformats.org/officeDocument/2006/relationships/slideLayout" Target="/ppt/slideLayouts/slideLayout2.xml" Id="Rfe01315d9fe1466f" /><Relationship Type="http://schemas.openxmlformats.org/officeDocument/2006/relationships/slideLayout" Target="/ppt/slideLayouts/slideLayout3.xml" Id="R176bc458a79246a5" /><Relationship Type="http://schemas.openxmlformats.org/officeDocument/2006/relationships/slideLayout" Target="/ppt/slideLayouts/slideLayout4.xml" Id="R6d1fe031c6724e3b" /><Relationship Type="http://schemas.openxmlformats.org/officeDocument/2006/relationships/slideLayout" Target="/ppt/slideLayouts/slideLayout5.xml" Id="R5f679455d79c4791" /><Relationship Type="http://schemas.openxmlformats.org/officeDocument/2006/relationships/slideLayout" Target="/ppt/slideLayouts/slideLayout6.xml" Id="R46d45f668b9540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35ed051eec4452"/>
    <p:sldLayoutId xmlns:r="http://schemas.openxmlformats.org/officeDocument/2006/relationships" id="2147483650" r:id="Rfe01315d9fe1466f"/>
    <p:sldLayoutId xmlns:r="http://schemas.openxmlformats.org/officeDocument/2006/relationships" id="2147483651" r:id="R176bc458a79246a5"/>
    <p:sldLayoutId xmlns:r="http://schemas.openxmlformats.org/officeDocument/2006/relationships" id="2147483652" r:id="R6d1fe031c6724e3b"/>
    <p:sldLayoutId xmlns:r="http://schemas.openxmlformats.org/officeDocument/2006/relationships" id="2147483653" r:id="R5f679455d79c4791"/>
    <p:sldLayoutId xmlns:r="http://schemas.openxmlformats.org/officeDocument/2006/relationships" id="2147483654" r:id="R46d45f668b9540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fc0f998c5940f2" /><Relationship Type="http://schemas.openxmlformats.org/officeDocument/2006/relationships/notesSlide" Target="/ppt/notesSlides/notesSlide1.xml" Id="R1a770c0704a748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920d9b1cea49d6" /><Relationship Type="http://schemas.openxmlformats.org/officeDocument/2006/relationships/notesSlide" Target="/ppt/notesSlides/notesSlide2.xml" Id="Rc22c2481cb224b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499050961b4b52" /><Relationship Type="http://schemas.openxmlformats.org/officeDocument/2006/relationships/notesSlide" Target="/ppt/notesSlides/notesSlide3.xml" Id="R31a73b80f58746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d8da4ceec848c1" /><Relationship Type="http://schemas.openxmlformats.org/officeDocument/2006/relationships/notesSlide" Target="/ppt/notesSlides/notesSlide4.xml" Id="R38724335bf4848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4b93a54ab04818" /><Relationship Type="http://schemas.openxmlformats.org/officeDocument/2006/relationships/notesSlide" Target="/ppt/notesSlides/notesSlide5.xml" Id="Rfab9f58d225f4d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ddf42249d04f1e" /><Relationship Type="http://schemas.openxmlformats.org/officeDocument/2006/relationships/notesSlide" Target="/ppt/notesSlides/notesSlide6.xml" Id="R9cb93a9198414c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7c359f0c0a4b8d" /><Relationship Type="http://schemas.openxmlformats.org/officeDocument/2006/relationships/notesSlide" Target="/ppt/notesSlides/notesSlide7.xml" Id="R91560d76b3e842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7727e3680f4f74" /><Relationship Type="http://schemas.openxmlformats.org/officeDocument/2006/relationships/notesSlide" Target="/ppt/notesSlides/notesSlide8.xml" Id="R76a4a117095641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AD49A-3444-4AFE-A278-926E8F1E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3C2A2-79B2-42D4-9763-AC7A4411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rPr>
              <a:t>技术评估汇报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D96DA-ECFB-47C0-860B-4DA8272C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39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FeedGo 桌面 Web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9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五日重构方案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1FB89-5B38-4C98-BCF5-2AD2074F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以技术评估人的视角确认范围、架构、里程碑与验收门槛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082B6-07E6-47D1-B574-3D7B2C06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74BDD-AAF6-4ABC-BFAD-81E88035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评估周期  2026.10.16 至 2026.10.20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550B4-BBE5-490D-AC21-D632E4E4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rPr>
              <a:t>技术评估人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AEF40-0D03-41A1-950E-4297179D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62100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9900" b="1">
                <a:solidFill>
                  <a:srgbClr val="1C20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900" b="1">
                <a:solidFill>
                  <a:srgbClr val="1C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1C202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B948D-57A3-42E2-B1A5-434794D1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766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rPr>
              <a:t>DAYS</a:t>
            </a:r>
          </a:p>
        </p:txBody>
      </p:sp>
    </p:spTree>
    <p:extLst>
      <p:ext uri="{BB962C8B-B14F-4D97-AF65-F5344CB8AC3E}">
        <p14:creationId xmlns:p14="http://schemas.microsoft.com/office/powerpoint/2010/main" val="2085736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EB5261-DAA7-4FE2-A2BA-0D0F3952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我的评估结论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88E62-1CE5-4AE0-A8CF-13D59113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8F009-C153-4DF9-A483-5F5E2371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DFFE4-0B3B-4F8D-85FF-B5AE6E13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五天可以交付，前提是冻结非核心页面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86922-2422-44F5-8238-B985A31C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我建议把资源集中到一条可演示链路，避免全站重做导致每个页面都只完成一半。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013BC-E690-4D84-B87E-AF04F58C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22BF0-56D2-487E-9EA3-434125E8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8AC9C-FA07-4C9A-885A-A373EA03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813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核心链路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AC08E-17E3-4365-8EDA-01849427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04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精选发现、推荐浏览、关注互动、通知闭环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D1BF3-D33A-42CB-BE23-F54B6E69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1B5A9-E43B-423C-BA75-7A5DBC64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52A2F-BB34-4643-AF1C-3F802B07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624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范围边界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ED461E-23BD-4C3B-B17C-E372623E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81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热榜、发布、私信、设置暂不重构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2DCDC-A9D9-4F3F-B33B-0560F752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529F93-C601-45C0-A93F-5073D114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1D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1D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1D18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CA6FFF-B5C3-4A2A-98A4-D9C81F1C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434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交付方式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B9A52-22FC-40F0-B307-1F2257B7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前后端独立 Git 仓库，每一步测试后推送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6420E-82B4-46D7-B898-4EDF78D5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14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480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480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E9CB01-DF98-4B71-95E9-C094DF1A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浏览形态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A1A09D-78D7-43CC-8AFF-82F02462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95650"/>
            <a:ext cx="114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480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480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01A5A1-6719-4699-8C0F-B8B5B79C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71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核心链路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227D26-3DDF-4DFE-9304-0FE3A81C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95850"/>
            <a:ext cx="114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4800" b="1">
                <a:solidFill>
                  <a:srgbClr val="41D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4800" b="1">
                <a:solidFill>
                  <a:srgbClr val="41D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41D18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6DF2E0-B8AB-41B2-8270-24BE5040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772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独立仓库</a:t>
            </a:r>
          </a:p>
        </p:txBody>
      </p:sp>
    </p:spTree>
    <p:extLst>
      <p:ext uri="{BB962C8B-B14F-4D97-AF65-F5344CB8AC3E}">
        <p14:creationId xmlns:p14="http://schemas.microsoft.com/office/powerpoint/2010/main" val="20923125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0F78B5-EBDB-497F-8302-1C12ABD3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页面目标与范围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FD3CB-5D0F-4BCB-9E0B-3C6648A7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4DA4A-D0CD-4C9F-A202-95A6ED97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32E43-BD66-44F4-8D8A-C8C29191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精选解决批量发现，推荐解决连续消费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D6CAD-DA59-455A-AF19-9070D15F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两种页面承担不同任务，不能复用同一种布局。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394F1-863E-4330-8CAF-5088AF94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143500" cy="25908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B30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612BF-2F92-4416-B338-5D8B2B84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rPr>
              <a:t>精选  /jingxuan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83599-32A6-429B-B1E3-18386831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上方分类栏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24082-CA1F-459B-B5DC-B7D1EB20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718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全部、游戏、音乐、影视、美食、知识等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97344-1436-4CEE-A2AE-F8F019D5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内容形态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8E40B-35FA-44F0-8F7F-04BF1B3A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195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桌面 3 至 5 列视频网格，窄窗口 2 至 3 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4A612-0D70-43B2-B6E0-6D19406A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数据来源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01D54-0CC4-40F3-BF50-F33EF860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67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全部使用热门 Feed，分类使用 /feed/listByTag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DAA6DF-39B4-4221-98C9-3D69B7C6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33650"/>
            <a:ext cx="5600700" cy="25908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B30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7509A-9472-46E8-B9B3-17CF1C9B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rPr>
              <a:t>推荐与关注  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176B2-857D-4DDC-B854-685DDD7C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718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浏览方式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4D143E-643D-4820-90B9-22B8F59F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718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每屏一个视频，上下滚动或方向键切换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6B6BD8-E145-4677-B426-FCA9F109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195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互动能力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4AA735-89C3-4BDB-9510-B44876EA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195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点赞、评论、关注、复制分享链接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F74D1B-1EAA-4825-9FE9-CE3C457E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67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播放策略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19CA78-F4C5-4664-A18C-F6438866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672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当前项播放，离屏暂停，只预加载相邻视频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BCAEFB-E3AC-48E7-B252-A6865097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必要支撑页面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FECC10-2C16-443C-A1CB-6D5CC6CB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43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通知  /notifications     登录  /account     视频详情  /video/:id     评论抽屉</a:t>
            </a:r>
          </a:p>
        </p:txBody>
      </p:sp>
    </p:spTree>
    <p:extLst>
      <p:ext uri="{BB962C8B-B14F-4D97-AF65-F5344CB8AC3E}">
        <p14:creationId xmlns:p14="http://schemas.microsoft.com/office/powerpoint/2010/main" val="13693243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8E0793-AFC1-4CF8-B377-3B6DB534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我的技术方案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643E9-6F0B-4AC4-9815-5433F590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85FC8-34C9-44F7-B57D-7D6DE274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88BA7-1CB0-4D43-851B-771FC6A4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复用现有 Vue 与 Go 架构，重点调整布局和状态边界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17329-F0A6-4CA0-AC48-703988D2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不迁移框架，不引入重型 UI 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D346E-059C-4998-80BE-2AA8B0B5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286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C202A"/>
          </a:solidFill>
          <a:ln xmlns:a="http://schemas.openxmlformats.org/drawingml/2006/main" w="9525">
            <a:solidFill>
              <a:srgbClr val="2B30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41E98-3814-4E21-ADD0-1EC8660F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rPr>
              <a:t>应用外壳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D5970-E3EF-4245-82D6-0D3AEC6E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828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AppShell 常驻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桌面侧栏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窄屏折叠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D5338-40ED-47BE-B6CA-917CE23A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909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4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EB138-0573-4C91-B665-2E44D336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62250"/>
            <a:ext cx="2286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B30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D5DFF-1B04-4CB5-8AAB-E5BCB426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990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rPr>
              <a:t>页面层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69861-2797-408F-B2DF-FAE22C52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38550"/>
            <a:ext cx="1828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精选网格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推荐与关注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通知与详情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B73FF6-8F71-4C19-8C3D-6F37DF6F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909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4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11ECE-8600-4BEB-8CF4-207DE4BD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62250"/>
            <a:ext cx="2286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B30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AA7C45-DBA0-44BB-9A9A-72E177C0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990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41D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1D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1D18A"/>
                </a:solidFill>
                <a:latin typeface="Microsoft YaHei"/>
                <a:ea typeface="Microsoft YaHei"/>
                <a:cs typeface="Microsoft YaHei"/>
              </a:rPr>
              <a:t>状态层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4B4E5-6A71-4924-9A7A-487E665B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8550"/>
            <a:ext cx="1828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Pinia 认证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关注关系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通知 SSE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8A45E7-312A-4437-B9DF-CCC9CF16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909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4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BB9021-736C-4143-8274-00D72620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286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B30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68E860-B179-4980-B7E8-C312DA42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9900"/>
            <a:ext cx="182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rPr>
              <a:t>服务层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465147-09D7-4A60-A764-E2F1455F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38550"/>
            <a:ext cx="1828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Feed API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互动 API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Go 后端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DD6526-07ED-4BDE-AAEB-09B04BD0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关键约束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3C609D-7A32-42A7-8CC4-93CB6B2F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102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分类查询最多 50 条且暂不分页；Feed 无视频时长字段；自动播放默认静音。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537405-B7FB-4B13-81A5-08A54FD8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技术栈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E05ED0-6D01-404C-B44E-3AD9BEAA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9626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Vue 3.5、TypeScript、Pinia、Vue Router、Vite、原生 CSS、Go API</a:t>
            </a:r>
          </a:p>
        </p:txBody>
      </p:sp>
    </p:spTree>
    <p:extLst>
      <p:ext uri="{BB962C8B-B14F-4D97-AF65-F5344CB8AC3E}">
        <p14:creationId xmlns:p14="http://schemas.microsoft.com/office/powerpoint/2010/main" val="6024996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350727-2455-45DB-A7F5-F3B138D9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五天里程碑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D19CB-B8AF-4D4D-8C21-BFFD43CF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545F8-890A-4133-94D5-A6FF3ECA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16541-715F-49C6-91F3-050FEDEE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每天结束时都必须形成可运行、可验证、可推送的结果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68772-EFD4-4D9E-BDB6-133C2395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rPr>
              <a:t>日期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C7A99-7419-48F0-AE5C-D41CDF4D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81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rPr>
              <a:t>任务目标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E6A9C-5538-4EE2-95CF-47310C07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81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rPr>
              <a:t>当日交付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0DB4A-6290-43C8-8C06-D282C7B3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rPr>
              <a:t>DAY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F41A0-832A-49F2-992B-ADE59222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10 月 16 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E34DA-BBF7-43C8-AF1A-E0E185DC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812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设计系统与应用骨架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1C614-CAB3-487B-AE50-455EFAE0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持久化 AppShell、导航、响应式框架、统一图标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14A8E5-CA2D-488F-9114-F55060C7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199CF-B327-459C-9413-EA406769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rPr>
              <a:t>DAY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A15B1-78A0-4818-8498-80F50B4D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242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10 月 17 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51D42F-3398-4E2D-9C9E-86CA45A2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24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精选页与分类浏览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C72DD-C004-4CCD-9A3D-0FDF9C28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分类栏、视频网格、listByTag、状态恢复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DB57E3-7977-4641-A266-939738D2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1D3870-D0D3-4E58-AA34-B42D8EAB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41D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41D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1D18A"/>
                </a:solidFill>
                <a:latin typeface="Microsoft YaHei"/>
                <a:ea typeface="Microsoft YaHei"/>
                <a:cs typeface="Microsoft YaHei"/>
              </a:rPr>
              <a:t>DAY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21EDBE-2FE0-46E1-93C9-DBFDAE62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671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10 月 18 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7D504A-6196-4F4D-8C31-1862B92B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671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推荐、关注与互动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ECB4E0-27AD-4A6C-82D1-6C22CE0B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71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播放器、点赞、评论、关注、最小详情页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E684C9-89EC-42CC-ABD0-9AAF5206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A7DEEA-C120-4A8D-8443-D94C590A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rPr>
              <a:t>DAY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38F9E1-4E9D-40DA-926B-4A588E76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10 月 19 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4298F6-0AEF-40A6-96D3-5CAA7883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101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通知、登录与适配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E30D74-3EFF-407C-8E92-3F2F926D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1010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SSE 去重和校准、登录回跳、桌面视口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C6E32C-BB65-4CE2-804D-55519987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ABCF8-8534-4D36-9D1E-31579B27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70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rPr>
              <a:t>DAY 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88C108-165B-4A72-9E50-EEE08C66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5305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10 月 20 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7FFE16-7E22-4C96-9174-5709E6D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530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联调、测试与交付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8108FE-1A52-4231-A59B-0AAF9D72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53050"/>
            <a:ext cx="491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构建、E2E、README、截图、回归记录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266935-45C3-4734-8C34-C0E90418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690742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5099BA-2D29-44DC-A56C-415B2EC1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验收门槛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671FD-BCA3-4AA8-BE2C-B547FF36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1CEA5-5172-4095-9EB4-6A5F1C57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140FD-C64D-4F6F-9D95-A6E43C97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完成不等于页面能打开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416BB-1AC4-4271-A182-2A23DB8E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我将从功能、稳定性、响应式和工程质量四个维度验收。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9A877-D0CA-4ED0-9A03-591AB65D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B43C8-A790-4B8F-9C9B-01B91CE7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574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功能闭环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2B360-85D2-4984-8C3B-C36011D6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860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精选分类到详情；推荐到关注；点赞、评论和通知状态一致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FEC42-94B2-4FC7-A207-0AAD09D3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76D91-F917-4BCB-9C36-F1A87632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452C79-D42A-4121-A9CA-7F3F980A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147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播放稳定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E70B3-26FE-4324-A6A1-EE427EA6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433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同一时间最多一个视频播放；离屏暂停；失败可重试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18D8E-3145-4236-B878-D8EE21C2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0E91E-FA16-4359-844A-28361D71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1D1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1D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1D18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C5A0A7-D1B2-4A14-8106-0A9617D7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719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桌面适配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995BF-0A1F-49D3-B850-79F8AECA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005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1024×768、1440×900、1920×1080 无遮挡和横向溢出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B1AF29-E172-4480-9549-5E5D01EC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232334-A27D-4205-AC3F-8B091774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B0F455-D927-4CD8-B5E1-5F4A78AE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292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工程质量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B439EC-1380-431E-98BF-46F8B780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578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生产构建通过；关键 E2E 通过；控制台无未处理异常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6C496D-0599-4021-85E7-9A471D9C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334237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CA737C-3B94-4B13-9676-12582A9A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双仓库开发流程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EA3CB-64B5-418C-A9E1-3918548F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1D2EE-2BED-4197-9CC8-2E8B56A9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C55C9-8A47-4C1F-9C4C-4ACD5421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前端和后端独立提交，保持变更边界清晰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62280-1E84-45A8-9C39-2D8DD4DD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B30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D6426-EB2B-4936-876B-E5190B7E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D2A76-6BB0-4F24-81D7-F7F89047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建议仓库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feedsystem-video-frontend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ED832-4A6E-4276-B249-A1344E5F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51820"/>
          </a:solidFill>
          <a:ln xmlns:a="http://schemas.openxmlformats.org/drawingml/2006/main" w="9525">
            <a:solidFill>
              <a:srgbClr val="2B30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535BC-9DFD-4382-A31A-E4FE9E89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939CB-942A-4484-BE9A-1A6FED62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432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建议仓库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feedsystem-video-backend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9C5ED-4AE1-4279-9AE6-DE2EA59A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BD397-F99C-4CFA-A036-D45759CF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建功能分支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3B285-E38A-465C-B7A2-7042EC15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670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E77CB-CBA3-47DB-A2C0-E778D91C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628C0-7273-4676-982E-81301ECE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52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完成原子提交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4A165-71E6-4FC2-A984-8B5F8DA7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528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B63B1-492A-42BC-8E76-4E7E02B2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2CDA79-A20E-4D00-893B-96EA18BC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38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构建和测试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630D09-A082-4A3A-970D-95228F09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386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F808EF-868A-4A7F-9E35-ADA2011E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24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9D6D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F4D01E-6FF5-4343-A29D-119C0FBF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24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推送远程仓库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06422F-57FF-42E8-BBDB-F6380EFD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B9488B-058C-4431-BA1E-EDDE85B3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提交原则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0E92C0-AC76-446D-B1C1-7D5A9315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2387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一个提交只解决一个问题；无后端变更时不制造空提交；每一步推送后记录 Commit。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7DF919-53C4-4160-A917-7498F334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B84D"/>
                </a:solidFill>
                <a:latin typeface="Microsoft YaHei"/>
                <a:ea typeface="Microsoft YaHei"/>
                <a:cs typeface="Microsoft YaHei"/>
              </a:rPr>
              <a:t>实施前置条件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7F2FCD-2563-4230-8821-0B585914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905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GitHub 创建两个空仓库并提供远程地址，现有未提交代码先完成归类。</a:t>
            </a:r>
          </a:p>
        </p:txBody>
      </p:sp>
    </p:spTree>
    <p:extLst>
      <p:ext uri="{BB962C8B-B14F-4D97-AF65-F5344CB8AC3E}">
        <p14:creationId xmlns:p14="http://schemas.microsoft.com/office/powerpoint/2010/main" val="2932123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9F8371-784E-4980-8861-0DF41436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风险与最终意见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2E4FA-D22C-451A-8FCA-11E29C02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74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F6192-27D3-4619-A297-C590373F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6153C-A0DC-4442-BCE4-C0734903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风险可控，但必须守住范围和数据真实性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8C24D-CCB8-47FC-BC64-2FAE1898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868B5-4B0A-4CED-9232-28604FF1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分类数据不足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421AB-FFE1-4AED-87AB-E353472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2410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分类依赖视频标题和描述中的真实 #标签；无数据时展示空状态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DBD82-B975-4921-8260-277C3330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E4EEE-7A60-4799-8023-27DAFFF8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接口能力边界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253E6-3BCF-4C7E-98D6-4C5C3F38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0990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分类接口最多 50 条且暂不分页；本期不伪造无限加载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6F087-4C1E-491B-BE6B-F8D948C3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1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8AD81-A2BE-45B5-B86F-ADCB0376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实时通知漏消息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34B6D-A772-4A85-9580-C3DFF3F8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9570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EventSource 重连后重新拉取列表和未读数，再按 ID 合并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C6A81-B714-455B-B32C-3AB7F7F4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AD3DB0-4AB9-4927-9DBD-CF04C1A5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范围失控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C2E0F-B5DA-4CE2-8753-82872D9A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8150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5A9B3"/>
                </a:solidFill>
                <a:latin typeface="Microsoft YaHei"/>
                <a:ea typeface="Microsoft YaHei"/>
                <a:cs typeface="Microsoft YaHei"/>
              </a:rPr>
              <a:t>热榜、发布、私信和设置不进入五天 UI 重构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62A19-AF00-4162-A834-9DBAE15C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C202A"/>
          </a:solidFill>
          <a:ln xmlns:a="http://schemas.openxmlformats.org/drawingml/2006/main" w="9525">
            <a:solidFill>
              <a:srgbClr val="2B30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55EE93-E05B-4E14-8CEE-82C03708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365F"/>
                </a:solidFill>
                <a:latin typeface="Microsoft YaHei"/>
                <a:ea typeface="Microsoft YaHei"/>
                <a:cs typeface="Microsoft YaHei"/>
              </a:rPr>
              <a:t>我的最终意见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352E7B-9C8A-4C1C-8A23-D8F97044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5816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F8FA"/>
                </a:solidFill>
                <a:latin typeface="Microsoft YaHei"/>
                <a:ea typeface="Microsoft YaHei"/>
                <a:cs typeface="Microsoft YaHei"/>
              </a:rPr>
              <a:t>批准五天 MVP。先建立双 Git 仓库，再按每日验收结果推进开发。</a:t>
            </a:r>
          </a:p>
        </p:txBody>
      </p:sp>
    </p:spTree>
    <p:extLst>
      <p:ext uri="{BB962C8B-B14F-4D97-AF65-F5344CB8AC3E}">
        <p14:creationId xmlns:p14="http://schemas.microsoft.com/office/powerpoint/2010/main" val="669071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2026-10-16T11:13:22.9850000Z</dcterms:created>
  <dcterms:modified xsi:type="dcterms:W3CDTF">2026-10-16T11:13:22.9850000Z</dcterms:modified>
</coreProperties>
</file>